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5400000">
            <a:off x="6995160" y="914400"/>
            <a:ext cx="2103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6217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RAG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System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· Context-Aware · Role-Controlled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204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qwen2.5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352044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35204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0" y="352044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35204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97880" y="352044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35204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Stack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6949440" cy="297180"/>
          </a:xfrm>
          <a:prstGeom prst="rect">
            <a:avLst/>
          </a:prstGeom>
          <a:solidFill>
            <a:srgbClr val="142050"/>
          </a:solidFill>
          <a:ln w="12700">
            <a:solidFill>
              <a:srgbClr val="142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846320"/>
            <a:ext cx="69494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 AI Team  ·  Runs 100% Locally  ·  No API Keys Required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36576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Enterprise RAG?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alone fail at enterprise scale. RAG + RBAC closes the gap.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794760" cy="3566160"/>
          </a:xfrm>
          <a:prstGeom prst="rect">
            <a:avLst/>
          </a:prstGeom>
          <a:solidFill>
            <a:srgbClr val="FEE2E2"/>
          </a:solidFill>
          <a:ln w="9525">
            <a:solidFill>
              <a:srgbClr val="F8C9C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97280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3429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scattered across PDFs, CSVs, JSON logs, TXT files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hallucinate without grounded enterprise context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control — anyone can query anything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answers miss department-specific facts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attribution or auditability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92040" y="1097280"/>
            <a:ext cx="3794760" cy="3566160"/>
          </a:xfrm>
          <a:prstGeom prst="rect">
            <a:avLst/>
          </a:prstGeom>
          <a:solidFill>
            <a:srgbClr val="DCFCE7"/>
          </a:solidFill>
          <a:ln w="9525">
            <a:solidFill>
              <a:srgbClr val="B8DD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097280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RAG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627632"/>
            <a:ext cx="3429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all formats into a unified vector store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grounded context before generating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RBAC at the retrieval layer — not post-hoc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queries to relevant silos intelligently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every source with relevance scores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9392" y="2697480"/>
            <a:ext cx="585216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25420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layers working together — from raw files to cited answers.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243584" cy="2560320"/>
          </a:xfrm>
          <a:prstGeom prst="rect">
            <a:avLst/>
          </a:prstGeom>
          <a:solidFill>
            <a:srgbClr val="028090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36245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" y="2377440"/>
            <a:ext cx="1133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CSV, JSON, TXT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68196" y="2240280"/>
            <a:ext cx="100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18488" y="1234440"/>
            <a:ext cx="1243584" cy="2560320"/>
          </a:xfrm>
          <a:prstGeom prst="rect">
            <a:avLst/>
          </a:prstGeom>
          <a:solidFill>
            <a:srgbClr val="0D6E8A"/>
          </a:solidFill>
          <a:ln w="9525">
            <a:solidFill>
              <a:srgbClr val="0D6E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136245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73352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73352" y="2377440"/>
            <a:ext cx="1133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→ Chunk → Embed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66644" y="2240280"/>
            <a:ext cx="100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16936" y="1234440"/>
            <a:ext cx="1243584" cy="2560320"/>
          </a:xfrm>
          <a:prstGeom prst="rect">
            <a:avLst/>
          </a:prstGeom>
          <a:solidFill>
            <a:srgbClr val="4A3080"/>
          </a:solidFill>
          <a:ln w="9525">
            <a:solidFill>
              <a:srgbClr val="4A308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55848" y="136245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71800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Store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71800" y="2377440"/>
            <a:ext cx="1133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metadata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65092" y="2240280"/>
            <a:ext cx="100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15384" y="1234440"/>
            <a:ext cx="1243584" cy="2560320"/>
          </a:xfrm>
          <a:prstGeom prst="rect">
            <a:avLst/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54296" y="136245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54296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70248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RBAC + Router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70248" y="2377440"/>
            <a:ext cx="1133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filter + routing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63540" y="2240280"/>
            <a:ext cx="100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513832" y="1234440"/>
            <a:ext cx="1243584" cy="2560320"/>
          </a:xfrm>
          <a:prstGeom prst="rect">
            <a:avLst/>
          </a:prstGeom>
          <a:solidFill>
            <a:srgbClr val="9A3412"/>
          </a:solidFill>
          <a:ln w="9525">
            <a:solidFill>
              <a:srgbClr val="9A341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52744" y="136245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52744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68696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68696" y="2377440"/>
            <a:ext cx="1133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semantic search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61988" y="2240280"/>
            <a:ext cx="100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12280" y="1234440"/>
            <a:ext cx="1243584" cy="2560320"/>
          </a:xfrm>
          <a:prstGeom prst="rect">
            <a:avLst/>
          </a:prstGeom>
          <a:solidFill>
            <a:srgbClr val="166534"/>
          </a:solidFill>
          <a:ln w="9525">
            <a:solidFill>
              <a:srgbClr val="16653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51192" y="136245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51192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67144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Gen.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67144" y="2377440"/>
            <a:ext cx="1133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qwen2.5 + cite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5760" y="4069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flows →  RBAC check  →  Hybrid Retrieval  →  LLM Generation  →  Cited Answer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36576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Data Sources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category-tagged silos. Every file gets a role-based access label at ingest.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143000"/>
            <a:ext cx="1609344" cy="3474720"/>
          </a:xfrm>
          <a:prstGeom prst="rect">
            <a:avLst/>
          </a:prstGeom>
          <a:solidFill>
            <a:srgbClr val="EDE9F5"/>
          </a:solidFill>
          <a:ln w="9525">
            <a:solidFill>
              <a:srgbClr val="4A308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43000"/>
            <a:ext cx="1609344" cy="530352"/>
          </a:xfrm>
          <a:prstGeom prst="rect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4300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0624" y="17647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130552"/>
            <a:ext cx="14264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employee_records.txt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hr_policy.txt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" y="42336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hr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39112" y="1143000"/>
            <a:ext cx="1609344" cy="347472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39112" y="1143000"/>
            <a:ext cx="1609344" cy="5303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114300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12264" y="17647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.CSV + .TXT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30552" y="2130552"/>
            <a:ext cx="14264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quarterly_revenue.csv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financial_report.txt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budget.csv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12264" y="42336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finance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30752" y="1143000"/>
            <a:ext cx="1609344" cy="3474720"/>
          </a:xfrm>
          <a:prstGeom prst="rect">
            <a:avLst/>
          </a:prstGeom>
          <a:solidFill>
            <a:srgbClr val="E0F5F8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30752" y="1143000"/>
            <a:ext cx="1609344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114300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803904" y="17647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.JSON + .TXT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22192" y="2130552"/>
            <a:ext cx="14264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system_logs.json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infrastructure_report.txt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03904" y="42336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22392" y="1143000"/>
            <a:ext cx="1609344" cy="3474720"/>
          </a:xfrm>
          <a:prstGeom prst="rect">
            <a:avLst/>
          </a:prstGeom>
          <a:solidFill>
            <a:srgbClr val="FFEDD5"/>
          </a:solidFill>
          <a:ln w="9525">
            <a:solidFill>
              <a:srgbClr val="9A341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22392" y="1143000"/>
            <a:ext cx="1609344" cy="530352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22392" y="114300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95544" y="17647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.JSON + .TXT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13832" y="2130552"/>
            <a:ext cx="14264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audit_trail.json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compliance_policy.txt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95544" y="42336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compliance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14032" y="1143000"/>
            <a:ext cx="1609344" cy="3474720"/>
          </a:xfrm>
          <a:prstGeom prst="rect">
            <a:avLst/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14032" y="1143000"/>
            <a:ext cx="1609344" cy="53035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14032" y="114300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87184" y="17647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05472" y="2130552"/>
            <a:ext cx="14264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company_overview.txt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87184" y="42336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general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36576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 Control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enforced at the vector store query layer — not just at display 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4937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/ User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1078992"/>
            <a:ext cx="960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11296" y="1078992"/>
            <a:ext cx="8046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52544" y="1078992"/>
            <a:ext cx="8046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93792" y="1078992"/>
            <a:ext cx="8046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1078992"/>
            <a:ext cx="8046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572768"/>
            <a:ext cx="8412480" cy="493776"/>
          </a:xfrm>
          <a:prstGeom prst="rect">
            <a:avLst/>
          </a:prstGeom>
          <a:solidFill>
            <a:srgbClr val="F4F7FF"/>
          </a:solidFill>
          <a:ln w="6350">
            <a:solidFill>
              <a:srgbClr val="E5EA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572768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(@alice · Management)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52344" y="1682496"/>
            <a:ext cx="274320" cy="274320"/>
          </a:xfrm>
          <a:prstGeom prst="ellipse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52344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49040" y="1682496"/>
            <a:ext cx="274320" cy="2743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90288" y="1682496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0288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31536" y="1682496"/>
            <a:ext cx="274320" cy="274320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72784" y="1682496"/>
            <a:ext cx="274320" cy="27432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2336" y="2066544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hr_manager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(@bob · HR)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52344" y="2176272"/>
            <a:ext cx="274320" cy="274320"/>
          </a:xfrm>
          <a:prstGeom prst="ellipse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52344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11296" y="2066544"/>
            <a:ext cx="8046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52544" y="2066544"/>
            <a:ext cx="8046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93792" y="2066544"/>
            <a:ext cx="8046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72784" y="2176272"/>
            <a:ext cx="274320" cy="27432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2784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2560320"/>
            <a:ext cx="8412480" cy="493776"/>
          </a:xfrm>
          <a:prstGeom prst="rect">
            <a:avLst/>
          </a:prstGeom>
          <a:solidFill>
            <a:srgbClr val="F4F7FF"/>
          </a:solidFill>
          <a:ln w="6350">
            <a:solidFill>
              <a:srgbClr val="E5EA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" y="2560320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finance_analyst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(@carol · Finance)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514600" y="2560320"/>
            <a:ext cx="960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749040" y="2670048"/>
            <a:ext cx="274320" cy="2743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52544" y="2560320"/>
            <a:ext cx="8046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93792" y="2560320"/>
            <a:ext cx="8046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72784" y="2670048"/>
            <a:ext cx="274320" cy="27432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2784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2336" y="3054096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it_engineer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(@dave · IT)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514600" y="3054096"/>
            <a:ext cx="960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511296" y="3054096"/>
            <a:ext cx="8046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90288" y="316382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90288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93792" y="3054096"/>
            <a:ext cx="80467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72784" y="3163824"/>
            <a:ext cx="274320" cy="27432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72784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3547872"/>
            <a:ext cx="8412480" cy="493776"/>
          </a:xfrm>
          <a:prstGeom prst="rect">
            <a:avLst/>
          </a:prstGeom>
          <a:solidFill>
            <a:srgbClr val="F4F7FF"/>
          </a:solidFill>
          <a:ln w="6350">
            <a:solidFill>
              <a:srgbClr val="E5EA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2336" y="3547872"/>
            <a:ext cx="20299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compliance_officer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(@eve · Compliance)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52344" y="3657600"/>
            <a:ext cx="274320" cy="274320"/>
          </a:xfrm>
          <a:prstGeom prst="ellipse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52344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749040" y="3657600"/>
            <a:ext cx="274320" cy="2743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90288" y="3657600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90288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431536" y="3657600"/>
            <a:ext cx="274320" cy="274320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72784" y="3657600"/>
            <a:ext cx="274320" cy="27432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72784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where filter: { category: { $in: allowed_categories } }  — RBAC is enforced at query time, not post-retrieval.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36576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Ingestion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→ text → chunks → SHA IDs → embeddings → ChromaDB. Idempotent by design.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463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137160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22199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 Dirs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752344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5 category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65376" y="22860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084832" y="1417320"/>
            <a:ext cx="1463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84832" y="1417320"/>
            <a:ext cx="137160" cy="2377440"/>
          </a:xfrm>
          <a:prstGeom prst="rect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50592" y="1600200"/>
            <a:ext cx="512064" cy="512064"/>
          </a:xfrm>
          <a:prstGeom prst="ellipse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0592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67712" y="222199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Document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67712" y="2752344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by 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 .csv .json .pdf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84448" y="22860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03904" y="1417320"/>
            <a:ext cx="1463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03904" y="1417320"/>
            <a:ext cx="137160" cy="2377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69664" y="160020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9664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86784" y="222199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Text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86784" y="2752344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400-word windows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80-word overlap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22860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522976" y="1417320"/>
            <a:ext cx="1463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22976" y="1417320"/>
            <a:ext cx="137160" cy="2377440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88736" y="1600200"/>
            <a:ext cx="512064" cy="512064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88736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705856" y="222199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SHA-256 ID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05856" y="2752344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chunk — dedup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22592" y="228600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242048" y="1417320"/>
            <a:ext cx="1463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42048" y="1417320"/>
            <a:ext cx="137160" cy="23774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07808" y="1600200"/>
            <a:ext cx="512064" cy="512064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07808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424928" y="2221992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 + Store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424928" y="2752344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vectors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ChromaDB + metadata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023360"/>
            <a:ext cx="8412480" cy="548640"/>
          </a:xfrm>
          <a:prstGeom prst="rect">
            <a:avLst/>
          </a:prstGeom>
          <a:solidFill>
            <a:srgbClr val="E0F5F8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stored per chunk: source filename · category (RBAC label) · file_type · chunk_id · full path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36576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Chunking &amp; Embedding Strategy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overlap? Cross-sentence context is preserved — answers don't break at arbitrary word boundaries.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023360" cy="3474720"/>
          </a:xfrm>
          <a:prstGeom prst="rect">
            <a:avLst/>
          </a:prstGeom>
          <a:solidFill>
            <a:srgbClr val="EDE9F5"/>
          </a:solidFill>
          <a:ln w="9525">
            <a:solidFill>
              <a:srgbClr val="C4B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43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3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chunk_text()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16916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words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88920" y="16916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 context per chunk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488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words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88920" y="21488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tail/head between adjacent chunks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6060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26060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26060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 whitespace, not chars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0632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guard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37360" y="30632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30632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blank chunks before returning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how overlap works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2560320" cy="292608"/>
          </a:xfrm>
          <a:prstGeom prst="rect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576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  (400 words)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74520" y="3657600"/>
            <a:ext cx="73152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74520" y="3657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74520" y="4005072"/>
            <a:ext cx="2560320" cy="292608"/>
          </a:xfrm>
          <a:prstGeom prst="rect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74520" y="4005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  (400 words)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1143000"/>
            <a:ext cx="3931920" cy="3474720"/>
          </a:xfrm>
          <a:prstGeom prst="rect">
            <a:avLst/>
          </a:prstGeom>
          <a:solidFill>
            <a:srgbClr val="E0F5F8"/>
          </a:solidFill>
          <a:ln w="9525">
            <a:solidFill>
              <a:srgbClr val="A0D4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all-MiniLM-L6-v2 Embeddings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17190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171907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MB (auto-downloads once)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dim: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21214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384-dimensional float vector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252374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252374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~1000 sentences/sec on CPU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29260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29260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library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332841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332841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runs 100% locally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83480" y="37307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373075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offline, no internet needed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36576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ChromaDB Vector Store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RBAC-aware, cosine-similarity search. No cloud. No cost.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011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972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cosine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2011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0972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SHA-256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14600" y="16642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dedup method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2011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0972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16642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offline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097280"/>
            <a:ext cx="2011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10972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12280" y="16642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query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77440"/>
            <a:ext cx="26974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77440"/>
            <a:ext cx="26974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37744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add_documents()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2871216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chunks + metadata + SHA IDs. Checks for existing IDs to skip duplicates. Calls embed() then collection.add(). Returns count of new chunks added.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377440"/>
            <a:ext cx="26974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377440"/>
            <a:ext cx="2697480" cy="438912"/>
          </a:xfrm>
          <a:prstGeom prst="rect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237744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semantic_search()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2871216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the query. Passes allowed_categories as a ChromaDB 'where' filter. Returns top-N hits ranked by cosine similarity (1 − distance). RBAC is enforced here.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377440"/>
            <a:ext cx="26974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377440"/>
            <a:ext cx="2697480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237744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embed()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2871216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SentenceTransformer.encode() on a list of strings. Returns list of 384-dimensional float vectors. Used for both indexing at ingest time and searching at query time.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36576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Search Strategy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semantic search misses exact terms. Pure keyword misses meaning. Hybrid gets both.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solidFill>
            <a:srgbClr val="028090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final_score  =  0.7 × semantic_similarity  +  0.3 × keyword_score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4023360" cy="2788920"/>
          </a:xfrm>
          <a:prstGeom prst="rect">
            <a:avLst/>
          </a:prstGeom>
          <a:solidFill>
            <a:srgbClr val="142050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57400"/>
            <a:ext cx="402336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574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Component  (α = 0.7)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D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between query embedding and chunk embeddings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D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all-MiniLM-L6-v2 — 384-dim vectors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D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meaning, synonyms, paraphrases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D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'Q2 revenue' matches 'second quarter income'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D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returns distance → converted to 1 − distance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057400"/>
            <a:ext cx="4023360" cy="2788920"/>
          </a:xfrm>
          <a:prstGeom prst="rect">
            <a:avLst/>
          </a:prstGeom>
          <a:solidFill>
            <a:srgbClr val="142050"/>
          </a:solidFill>
          <a:ln w="9525">
            <a:solidFill>
              <a:srgbClr val="4A308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057400"/>
            <a:ext cx="4023360" cy="438912"/>
          </a:xfrm>
          <a:prstGeom prst="rect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0574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Keyword Component  (1−α = 0.3)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D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_keyword_score() counts exact term matches in chunk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D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by log(1 + doc_length) to reduce length bias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D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specific codes, names, IDs that embeddings may miss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D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'LOC-4821' will score zero semantically but high on keyword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D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tiebreaker when semantic scores are similar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score threshold: 0.25  ·  Results below threshold are discarded  ·  Top-K = 5 chunks returned to LLM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36576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Query Routing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hitting the vector store, route_query() narrows the search scope — faster and more precise.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280160" cy="731520"/>
          </a:xfrm>
          <a:prstGeom prst="rect">
            <a:avLst/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972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92224" y="1234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48840" y="1097280"/>
            <a:ext cx="1280160" cy="731520"/>
          </a:xfrm>
          <a:prstGeom prst="rect">
            <a:avLst/>
          </a:prstGeom>
          <a:solidFill>
            <a:srgbClr val="9A3412"/>
          </a:solidFill>
          <a:ln w="9525">
            <a:solidFill>
              <a:srgbClr val="9A341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48840" y="10972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Keyword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83864" y="1234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40480" y="1097280"/>
            <a:ext cx="1280160" cy="7315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10972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75504" y="1234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532120" y="1097280"/>
            <a:ext cx="1280160" cy="731520"/>
          </a:xfrm>
          <a:prstGeom prst="rect">
            <a:avLst/>
          </a:prstGeom>
          <a:solidFill>
            <a:srgbClr val="4A3080"/>
          </a:solidFill>
          <a:ln w="9525">
            <a:solidFill>
              <a:srgbClr val="4A308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32120" y="10972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∩ RBAC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67144" y="1234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223760" y="1097280"/>
            <a:ext cx="1280160" cy="731520"/>
          </a:xfrm>
          <a:prstGeom prst="rect">
            <a:avLst/>
          </a:prstGeom>
          <a:solidFill>
            <a:srgbClr val="166534"/>
          </a:solidFill>
          <a:ln w="9525">
            <a:solidFill>
              <a:srgbClr val="16653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10972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2084832"/>
            <a:ext cx="1609344" cy="2148840"/>
          </a:xfrm>
          <a:prstGeom prst="rect">
            <a:avLst/>
          </a:prstGeom>
          <a:solidFill>
            <a:srgbClr val="EDE9F5"/>
          </a:solidFill>
          <a:ln w="9525">
            <a:solidFill>
              <a:srgbClr val="4A308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2084832"/>
            <a:ext cx="1609344" cy="402336"/>
          </a:xfrm>
          <a:prstGeom prst="rect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08483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2336" y="2542032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keywords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0624" y="2871216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· salary · leave · hire · payroll · performance · conduct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39112" y="2084832"/>
            <a:ext cx="1609344" cy="214884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39112" y="2084832"/>
            <a:ext cx="1609344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39112" y="208483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093976" y="2542032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keywords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12264" y="2871216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budget · profit · expense · quarter · cost · forecast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30752" y="2084832"/>
            <a:ext cx="1609344" cy="2148840"/>
          </a:xfrm>
          <a:prstGeom prst="rect">
            <a:avLst/>
          </a:prstGeom>
          <a:solidFill>
            <a:srgbClr val="E0F5F8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30752" y="2084832"/>
            <a:ext cx="1609344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30752" y="208483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85616" y="2542032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keywords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03904" y="2871216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· log · error · security · api · network · latency · patch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22392" y="2084832"/>
            <a:ext cx="1609344" cy="2148840"/>
          </a:xfrm>
          <a:prstGeom prst="rect">
            <a:avLst/>
          </a:prstGeom>
          <a:solidFill>
            <a:srgbClr val="FFEDD5"/>
          </a:solidFill>
          <a:ln w="9525">
            <a:solidFill>
              <a:srgbClr val="9A341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22392" y="2084832"/>
            <a:ext cx="1609344" cy="402336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22392" y="208483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77256" y="2542032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keywords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95544" y="2871216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· gdpr · regulation · breach · risk · retention · incident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114032" y="2084832"/>
            <a:ext cx="1609344" cy="2148840"/>
          </a:xfrm>
          <a:prstGeom prst="rect">
            <a:avLst/>
          </a:prstGeom>
          <a:solidFill>
            <a:srgbClr val="DCFCE7"/>
          </a:solidFill>
          <a:ln w="9525">
            <a:solidFill>
              <a:srgbClr val="16653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14032" y="2084832"/>
            <a:ext cx="1609344" cy="40233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14032" y="208483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168896" y="2542032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keywords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87184" y="2871216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· product · mission · division · investor · roadmap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5760" y="444398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if no keywords match, all allowed categories are searched — no query goes unanswered.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36576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Generation with Ollama qwen2.5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0.05 for factual grounding. Every claim must cite a [Source N] from context.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3291840" cy="3657600"/>
          </a:xfrm>
          <a:prstGeom prst="rect">
            <a:avLst/>
          </a:prstGeom>
          <a:solidFill>
            <a:srgbClr val="EDE9F5"/>
          </a:solidFill>
          <a:ln w="9525">
            <a:solidFill>
              <a:srgbClr val="4A308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4300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Ollama Settings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007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17007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0" y="2103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 (near-deterministic)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0545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num_predict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0" y="25054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tokens max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9077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29077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3101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33101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ollama.chat()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71246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45920" y="37124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no API key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1143000"/>
            <a:ext cx="4937760" cy="3657600"/>
          </a:xfrm>
          <a:prstGeom prst="rect">
            <a:avLst/>
          </a:prstGeom>
          <a:solidFill>
            <a:srgbClr val="F4F7FF"/>
          </a:solidFill>
          <a:ln w="9525">
            <a:solidFill>
              <a:srgbClr val="C4CE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0" y="114300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Anatomy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886200" y="1700784"/>
            <a:ext cx="1371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170078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Role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32120" y="170078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user name, role, and enterprise context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86200" y="2249424"/>
            <a:ext cx="137160" cy="475488"/>
          </a:xfrm>
          <a:prstGeom prst="rect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224942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Rules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32120" y="224942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numbered instructions: cite-only, no speculation, grounded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86200" y="2798064"/>
            <a:ext cx="13716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279806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Block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32120" y="279806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[Source N] headers: filename, category, type, score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86200" y="3346704"/>
            <a:ext cx="137160" cy="47548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0" y="334670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32120" y="334670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query verbatim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886200" y="3895344"/>
            <a:ext cx="137160" cy="47548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389534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Prompt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32120" y="389534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(with source citations):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617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Ollama is unavailable, an explicit error message is returned — the system fails gracefully rather than silently.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Query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query follows these 6 steps inside EnterpriseRAG.query().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743200" cy="1481328"/>
          </a:xfrm>
          <a:prstGeom prst="rect">
            <a:avLst/>
          </a:prstGeom>
          <a:solidFill>
            <a:srgbClr val="142050"/>
          </a:solidFill>
          <a:ln w="9525">
            <a:solidFill>
              <a:srgbClr val="9A341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438912" cy="148132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4389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2104" y="130759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RBAC Check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" y="1746504"/>
            <a:ext cx="21488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get_allowed_categories(username)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raise PermissionError if unknown user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2743200" cy="1481328"/>
          </a:xfrm>
          <a:prstGeom prst="rect">
            <a:avLst/>
          </a:prstGeom>
          <a:solidFill>
            <a:srgbClr val="142050"/>
          </a:solidFill>
          <a:ln w="9525">
            <a:solidFill>
              <a:srgbClr val="B4530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143000"/>
            <a:ext cx="438912" cy="14813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43000"/>
            <a:ext cx="4389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9624" y="130759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Routing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9624" y="1746504"/>
            <a:ext cx="21488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route_query(question)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detect relevant category keywords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55080" y="1143000"/>
            <a:ext cx="2743200" cy="1481328"/>
          </a:xfrm>
          <a:prstGeom prst="rect">
            <a:avLst/>
          </a:prstGeom>
          <a:solidFill>
            <a:srgbClr val="142050"/>
          </a:solidFill>
          <a:ln w="9525">
            <a:solidFill>
              <a:srgbClr val="4A308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143000"/>
            <a:ext cx="438912" cy="1481328"/>
          </a:xfrm>
          <a:prstGeom prst="rect">
            <a:avLst/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143000"/>
            <a:ext cx="4389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67144" y="130759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Intersect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67144" y="1746504"/>
            <a:ext cx="21488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∩ allowed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user can't escape their RBAC boundary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2743200" cy="1481328"/>
          </a:xfrm>
          <a:prstGeom prst="rect">
            <a:avLst/>
          </a:prstGeom>
          <a:solidFill>
            <a:srgbClr val="142050"/>
          </a:solidFill>
          <a:ln w="952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788920"/>
            <a:ext cx="438912" cy="1481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788920"/>
            <a:ext cx="4389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2104" y="29535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Retrieval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" y="3392424"/>
            <a:ext cx="21488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hybrid_search()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top-5 scored chunks from allowed silos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37560" y="2788920"/>
            <a:ext cx="2743200" cy="1481328"/>
          </a:xfrm>
          <a:prstGeom prst="rect">
            <a:avLst/>
          </a:prstGeom>
          <a:solidFill>
            <a:srgbClr val="142050"/>
          </a:solidFill>
          <a:ln w="9525">
            <a:solidFill>
              <a:srgbClr val="16653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788920"/>
            <a:ext cx="438912" cy="14813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788920"/>
            <a:ext cx="4389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49624" y="29535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Generation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9624" y="3392424"/>
            <a:ext cx="21488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generate_response()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build prompt → ollama.chat() → parse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55080" y="2788920"/>
            <a:ext cx="2743200" cy="1481328"/>
          </a:xfrm>
          <a:prstGeom prst="rect">
            <a:avLst/>
          </a:prstGeom>
          <a:solidFill>
            <a:srgbClr val="142050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2788920"/>
            <a:ext cx="438912" cy="148132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788920"/>
            <a:ext cx="4389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⑥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867144" y="29535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Result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67144" y="3392424"/>
            <a:ext cx="21488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 + role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+ routed + chunks_used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108960" y="1609344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126480" y="1609344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611880" y="25420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108960" y="3255264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126480" y="3255264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36576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Tech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dependency is open-source, runs locally, and requires zero API keys or cloud accounts.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07899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07899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07899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481328"/>
            <a:ext cx="8412480" cy="420624"/>
          </a:xfrm>
          <a:prstGeom prst="rect">
            <a:avLst/>
          </a:prstGeom>
          <a:solidFill>
            <a:srgbClr val="EEF2FA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155448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4A3080"/>
          </a:solidFill>
          <a:ln w="12700">
            <a:solidFill>
              <a:srgbClr val="4A3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55448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1481328"/>
            <a:ext cx="1993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87168" y="148132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0.2.0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1481328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client for local Ollama server — calls qwen2.5 for generation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03320" y="197510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197510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1901952"/>
            <a:ext cx="1993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87168" y="190195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0.5.0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1901952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vector store with HNSW cosine index and metadata filtering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322576"/>
            <a:ext cx="8412480" cy="420624"/>
          </a:xfrm>
          <a:prstGeom prst="rect">
            <a:avLst/>
          </a:prstGeom>
          <a:solidFill>
            <a:srgbClr val="EEF2FA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3320" y="2395728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239572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2322576"/>
            <a:ext cx="1993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87168" y="2322576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2.7.0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2322576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— local 384-dim embeddings, no API key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703320" y="2816352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281635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" y="2743200"/>
            <a:ext cx="1993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87168" y="274320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4.0.0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2743200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text extraction — reads pages and joins text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163824"/>
            <a:ext cx="8412480" cy="420624"/>
          </a:xfrm>
          <a:prstGeom prst="rect">
            <a:avLst/>
          </a:prstGeom>
          <a:solidFill>
            <a:srgbClr val="EEF2FA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03320" y="3236976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03320" y="323697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3163824"/>
            <a:ext cx="1993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(stdlib)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487168" y="31638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17720" y="3163824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row reading — converted to prose sentences for embedding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703320" y="365760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36576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1480" y="3584448"/>
            <a:ext cx="1993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(stdlib)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487168" y="358444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17720" y="3584448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log / audit trail flattening — arrays converted to text lines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4005072"/>
            <a:ext cx="8412480" cy="420624"/>
          </a:xfrm>
          <a:prstGeom prst="rect">
            <a:avLst/>
          </a:prstGeom>
          <a:solidFill>
            <a:srgbClr val="EEF2FA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03320" y="407822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03320" y="407822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11480" y="4005072"/>
            <a:ext cx="1993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hashlib (stdlib)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487168" y="400507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617720" y="4005072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deterministic chunk IDs — ensures deduplication across runs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703320" y="4498848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03320" y="449884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11480" y="4425696"/>
            <a:ext cx="19933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+ math (stdlib)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487168" y="4425696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617720" y="4425696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scoring — regex term extraction and log-normalisation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6400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" y="21214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0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 Users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" y="25054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D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 →  admin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2880" y="29443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 →  hr_manager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2880" y="33832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 →  finance_analyst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2880" y="38221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  →  it_engineer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" y="426110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 →  compliance_officer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29000" y="228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Start (3 commands)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9000" y="822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1115568"/>
            <a:ext cx="5303520" cy="502920"/>
          </a:xfrm>
          <a:prstGeom prst="rect">
            <a:avLst/>
          </a:prstGeom>
          <a:solidFill>
            <a:srgbClr val="0D1640"/>
          </a:solidFill>
          <a:ln w="9525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66160" y="1115568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chromadb sentence-transformers ollama pypdf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1783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model + serve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29000" y="2075688"/>
            <a:ext cx="5303520" cy="502920"/>
          </a:xfrm>
          <a:prstGeom prst="rect">
            <a:avLst/>
          </a:prstGeom>
          <a:solidFill>
            <a:srgbClr val="0D1640"/>
          </a:solidFill>
          <a:ln w="9525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66160" y="2075688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qwen2.5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serve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27432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system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3035808"/>
            <a:ext cx="5303520" cy="502920"/>
          </a:xfrm>
          <a:prstGeom prst="rect">
            <a:avLst/>
          </a:prstGeom>
          <a:solidFill>
            <a:srgbClr val="0D1640"/>
          </a:solidFill>
          <a:ln w="9525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66160" y="3035808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enterprise_rag.py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29000" y="3794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commands once running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4096512"/>
            <a:ext cx="5257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--demo         run all 8 predefined role-based queries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--user carol   start as finance analyst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--reingest     force re-ingest after adding new files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--query 'Q2 revenue?' --user carol   single query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RAG Intelligence System</dc:title>
  <dc:subject>RAG · Ollama qwen2.5 · ChromaDB · RBAC</dc:subject>
  <dc:creator>ACME Corp AI Team</dc:creator>
  <cp:lastModifiedBy>ACME Corp AI Team</cp:lastModifiedBy>
  <cp:revision>1</cp:revision>
  <dcterms:created xsi:type="dcterms:W3CDTF">2026-05-29T11:22:21Z</dcterms:created>
  <dcterms:modified xsi:type="dcterms:W3CDTF">2026-05-29T11:22:21Z</dcterms:modified>
</cp:coreProperties>
</file>